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372CD8-3957-4909-80AB-5A5AEF68B205}" v="1" dt="2026-04-26T05:03:30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0F82-CE73-4174-BBE0-EEB4110BE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2731A-E87B-24E9-8189-89BB2FD5F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9A38-367A-F515-7B3A-20989EB6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1C20A-05CC-2C59-8473-41AD662F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F3EC1-F0F7-FB3A-ED5B-B8671781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0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CF10-A514-DA12-03FF-FE8059BD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37756-2D29-AC96-2421-5EE8F0656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D1836-5E68-9974-2583-149B814C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99F5-A791-2DE9-5CB0-98F2011E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F048-B05B-D09A-994F-6A3887A9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8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085CB-F7AA-B4CF-5439-52963565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210BF-6212-D8BE-238B-7D0E6A268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90CCF-E708-DFED-745D-E8277006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B370-7DBE-1F5F-126B-E97CEAEF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3E27B-2741-E6A8-0B38-FCE35F38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88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DC53-5123-9E71-6150-1AD29D68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9547-E443-E332-9C0D-BB5646422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99F51-5C76-00FE-00BE-9735B42BC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D93B7-A851-581A-75BC-75749D6FE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DA4A5-019B-7BB7-3D9A-E64F2F09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D2E33-F969-70D6-86F6-40FD95FB3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96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D8E7-63A5-1005-E85C-16AC833C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EE00E-C36E-5326-3D39-4AF3C87D6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BB2A9-CCD6-B3FB-CE06-1B7C9A873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3B02E5-5895-F9FC-9FB8-BA6CDE3A7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AF759-580F-CB66-5E79-C38EB68F1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F445A-1807-C58D-68D0-C654A4DB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5C8611-8865-8099-967E-DFC6130D1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72857-DF93-3863-5A4C-71C4470D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73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C3EEF-5C87-110F-3802-366A5BFB6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E64D6-7967-C2AC-DD63-856A9D6B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A6DDB-D2F1-5013-0130-96D787846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E2237-2B7C-1EDE-81FA-6A098B79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0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9EA77-8E3F-C613-BFB5-82DB6764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9B2988-584A-BCF3-D91C-595A3857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A7AF6-3AA7-2949-A8ED-5E528E6C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2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5F99A-0C1A-9946-C469-6A0554EA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8BFB6-F1E0-109F-739A-3CC9B511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39EED-1D2E-6A86-8B03-59D4A420A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87F78-B07E-F0A7-A2B5-5663BB9E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E8576-326C-3A92-37EE-ED1B16E2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BEAAF-B00B-1E6D-B4D7-07A3AD57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61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934B-7568-5250-73FC-2C00DC9C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82B9BB-5C49-1523-7E98-4AF0C95D5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D974F-3FC2-7A3B-0388-6A96EA577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0B3C2-298E-61E6-1C74-BF6B92EA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7DC1B-DE70-39DF-CB50-3043C364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E8FA7-75ED-9766-D87D-57CABDA0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45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1D00-875E-4CF5-FDF5-199AC0E2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0AC66-650D-70FC-C7FF-2B25C7A4D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59F4-BCD1-BAB8-5C07-8606B6DF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653DD-A9DB-B988-0B51-A6F22034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DB6E8-07D3-FD00-9267-548DB9F9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3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38A752-753F-4B99-D308-B14AB3F70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D94B0-441C-E32D-2F43-F820789CA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D9B4D-5152-781D-45C9-EAEEDF81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94BE1-EDE9-695D-7803-E54777ED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98825-5E2D-B2D4-07DF-C110F3B2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BB620-3DA6-D2CC-5D63-C0910B8D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D65EB-1E87-16FD-3B6E-518D5E17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C2A3A-310E-1F8B-4768-F1754994F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3FD03-B84D-4B9E-81DC-2E8DF5575A33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C48-58C6-63EA-9019-208B307A7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E96A6-CC80-9D09-9D7B-3223FCB2E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F2F02-BD71-4E9A-BB61-2FD2422A8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5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1931-A4CE-28E1-C9EE-461D28D1F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975"/>
            <a:ext cx="9144000" cy="3455988"/>
          </a:xfrm>
        </p:spPr>
        <p:txBody>
          <a:bodyPr>
            <a:normAutofit/>
          </a:bodyPr>
          <a:lstStyle/>
          <a:p>
            <a:br>
              <a:rPr lang="en-US" sz="4000" b="1" dirty="0"/>
            </a:br>
            <a:endParaRPr lang="en-US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A7FD8-3571-525A-B2C8-9F11E1532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768840" cy="2952899"/>
          </a:xfrm>
        </p:spPr>
        <p:txBody>
          <a:bodyPr>
            <a:normAutofit fontScale="25000" lnSpcReduction="20000"/>
          </a:bodyPr>
          <a:lstStyle/>
          <a:p>
            <a:r>
              <a:rPr lang="en-US" sz="1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BCSF186Z90-CIP PROJECT WORK </a:t>
            </a:r>
          </a:p>
          <a:p>
            <a:r>
              <a:rPr lang="en-US" sz="12800" dirty="0">
                <a:latin typeface="Arial" panose="020B0604020202020204" pitchFamily="34" charset="0"/>
                <a:cs typeface="Arial" panose="020B0604020202020204" pitchFamily="34" charset="0"/>
              </a:rPr>
              <a:t>BUG2SAFE:WEB VULNERABILITY SCANNER</a:t>
            </a:r>
          </a:p>
          <a:p>
            <a:r>
              <a:rPr lang="en-US" sz="9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11239A026-E.Sri Thanmai</a:t>
            </a:r>
          </a:p>
          <a:p>
            <a:r>
              <a:rPr lang="en-US" sz="96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11239A065-P.S.V.S.Sarvan</a:t>
            </a:r>
          </a:p>
          <a:p>
            <a:r>
              <a:rPr lang="en-US" sz="112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Guided By</a:t>
            </a:r>
          </a:p>
          <a:p>
            <a:r>
              <a:rPr lang="en-US" sz="1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V. Balu</a:t>
            </a:r>
          </a:p>
          <a:p>
            <a:r>
              <a:rPr lang="en-US" sz="1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Assistant professor</a:t>
            </a:r>
          </a:p>
          <a:p>
            <a:r>
              <a:rPr lang="en-US" sz="1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1200" dirty="0">
              <a:solidFill>
                <a:srgbClr val="7030A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DB9B36-5F20-DCB8-8808-1D3F69FDA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975"/>
            <a:ext cx="2152650" cy="19526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962A8A-58EA-A1C7-EA03-93386A9939F4}"/>
              </a:ext>
            </a:extLst>
          </p:cNvPr>
          <p:cNvSpPr txBox="1"/>
          <p:nvPr/>
        </p:nvSpPr>
        <p:spPr>
          <a:xfrm>
            <a:off x="2152650" y="53975"/>
            <a:ext cx="94145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SRI CHANDRASEKHARENDRA SARASWATHI VISWA MAHAVIDYALAYA</a:t>
            </a:r>
          </a:p>
          <a:p>
            <a:pPr algn="ctr"/>
            <a:r>
              <a:rPr lang="en-US" sz="2000" b="1" dirty="0"/>
              <a:t>(Deemed to be University u/s 3 of UGC Act 1956)</a:t>
            </a:r>
          </a:p>
          <a:p>
            <a:pPr algn="ctr"/>
            <a:r>
              <a:rPr lang="en-US" sz="2000" b="1" dirty="0"/>
              <a:t>Accredited with ‘A’ by NAAC</a:t>
            </a:r>
          </a:p>
          <a:p>
            <a:pPr algn="ctr"/>
            <a:r>
              <a:rPr lang="en-US" sz="2000" b="1" dirty="0" err="1"/>
              <a:t>Enathur</a:t>
            </a:r>
            <a:r>
              <a:rPr lang="en-US" sz="2000" b="1" dirty="0"/>
              <a:t>, Kanchipuram – 631 561, Tamil Nadu</a:t>
            </a:r>
          </a:p>
          <a:p>
            <a:pPr algn="ctr"/>
            <a:r>
              <a:rPr lang="en-US" sz="2000" b="1" dirty="0">
                <a:solidFill>
                  <a:schemeClr val="accent5"/>
                </a:solidFill>
              </a:rPr>
              <a:t>www.kanchiuniv.ac.in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u="sng" dirty="0">
                <a:solidFill>
                  <a:schemeClr val="accent1"/>
                </a:solidFill>
              </a:rPr>
              <a:t>DEPARTMENT OF COMPUTER SCIENCE AND ENGINEERING</a:t>
            </a:r>
            <a:endParaRPr lang="en-US" sz="2400" b="1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39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4D92-9AD2-5FA6-29B8-5D9F0227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BUG2SAFE:WEB VULNERABILITY SCANNER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063A8-A013-698C-06B8-771EC17C3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dirty="0"/>
              <a:t>Bug2Safe is a web-based vulnerability scanning tool designed to detect security flaws in web applications. </a:t>
            </a:r>
          </a:p>
          <a:p>
            <a:r>
              <a:rPr lang="en-US" dirty="0"/>
              <a:t>The system focuses on identifying vulnerabilities based on the OWASP Top 10 security risks. </a:t>
            </a:r>
          </a:p>
          <a:p>
            <a:r>
              <a:rPr lang="en-US" dirty="0"/>
              <a:t>It provides a simple and user-friendly interface for users without requiring advanced cybersecurity knowledge. </a:t>
            </a:r>
          </a:p>
          <a:p>
            <a:r>
              <a:rPr lang="en-US" dirty="0"/>
              <a:t>The tool is developed using Flask (Python) for backend and HTML, CSS, JavaScript for frontend. </a:t>
            </a:r>
          </a:p>
          <a:p>
            <a:r>
              <a:rPr lang="en-US" dirty="0"/>
              <a:t>It performs automated scanning by sending HTTP requests and analyzing server responses. </a:t>
            </a:r>
          </a:p>
          <a:p>
            <a:r>
              <a:rPr lang="en-US" dirty="0"/>
              <a:t>Detects common vulnerabilities such as SQL Injection and Cross-Site Scripting (XSS). </a:t>
            </a:r>
          </a:p>
          <a:p>
            <a:r>
              <a:rPr lang="en-US" dirty="0"/>
              <a:t>Includes a secure login system to ensure authorized access. </a:t>
            </a:r>
          </a:p>
          <a:p>
            <a:r>
              <a:rPr lang="en-US" dirty="0"/>
              <a:t>Scan results are classified into High, Medium, and Low risk levels. </a:t>
            </a:r>
          </a:p>
          <a:p>
            <a:r>
              <a:rPr lang="en-US" dirty="0"/>
              <a:t>Generates structured reports to help users understand and fix vulnerabilities. </a:t>
            </a:r>
          </a:p>
          <a:p>
            <a:r>
              <a:rPr lang="en-US" dirty="0"/>
              <a:t>The system is lightweight, efficient, and suitable for both academic and practical use.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1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3331-2B59-6B70-3482-68649E51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BUG2SAFE:WEB VULNERABILITY SCANNER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3A691-C064-4552-2BE2-1C7A43C19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985" y="1482775"/>
            <a:ext cx="10515600" cy="50101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Problem Statement :</a:t>
            </a:r>
          </a:p>
          <a:p>
            <a:r>
              <a:rPr lang="en-US" sz="2600" dirty="0"/>
              <a:t>Modern web applications are highly vulnerable to security threats due to improper input validation and insecure coding practices. </a:t>
            </a:r>
          </a:p>
          <a:p>
            <a:r>
              <a:rPr lang="en-US" sz="2600" dirty="0"/>
              <a:t>Many developers and students lack the expertise or tools required to identify and fix these vulnerabilities effectively. </a:t>
            </a:r>
          </a:p>
          <a:p>
            <a:r>
              <a:rPr lang="en-US" sz="2600" dirty="0"/>
              <a:t>Existing vulnerability scanning tools are often complex, expensive, or require advanced cybersecurity knowledge to operate. </a:t>
            </a:r>
          </a:p>
          <a:p>
            <a:r>
              <a:rPr lang="en-US" sz="2600" dirty="0"/>
              <a:t>Critical security risks such as SQL Injection and Cross-Site Scripting remain undetected in many applications. </a:t>
            </a:r>
          </a:p>
          <a:p>
            <a:r>
              <a:rPr lang="en-US" sz="2600" dirty="0"/>
              <a:t>There is a need for a simple, efficient, and accessible tool that can automatically detect common vulnerabilities. </a:t>
            </a:r>
          </a:p>
          <a:p>
            <a:r>
              <a:rPr lang="en-US" sz="2600" dirty="0"/>
              <a:t>The absence of user-friendly security tools increases the risk of data breaches and application compromise. </a:t>
            </a:r>
          </a:p>
          <a:p>
            <a:r>
              <a:rPr lang="en-US" sz="2600" dirty="0"/>
              <a:t>Therefore, a lightweight web-based vulnerability scanner is required to help users identify and understand security flaws easily. 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FAAFE8-8842-01E6-1920-A406BA276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" y="168851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93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9A33-1523-2EEF-A1BF-5EDEEAF91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BUG2SAFE:WEB VULNERABILITY SCANNER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9B740-1FBB-C7DF-29A7-CDE35D28F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Literature survey:</a:t>
            </a:r>
          </a:p>
          <a:p>
            <a:pPr marL="0" indent="0">
              <a:buNone/>
            </a:pPr>
            <a:endParaRPr lang="en-US" sz="24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D953E-976E-A4A2-5CCB-6C7A118E4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35202"/>
              </p:ext>
            </p:extLst>
          </p:nvPr>
        </p:nvGraphicFramePr>
        <p:xfrm>
          <a:off x="913144" y="1339132"/>
          <a:ext cx="10365711" cy="4079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142">
                  <a:extLst>
                    <a:ext uri="{9D8B030D-6E8A-4147-A177-3AD203B41FA5}">
                      <a16:colId xmlns:a16="http://schemas.microsoft.com/office/drawing/2014/main" val="3141022845"/>
                    </a:ext>
                  </a:extLst>
                </a:gridCol>
                <a:gridCol w="2073142">
                  <a:extLst>
                    <a:ext uri="{9D8B030D-6E8A-4147-A177-3AD203B41FA5}">
                      <a16:colId xmlns:a16="http://schemas.microsoft.com/office/drawing/2014/main" val="837994804"/>
                    </a:ext>
                  </a:extLst>
                </a:gridCol>
                <a:gridCol w="2502430">
                  <a:extLst>
                    <a:ext uri="{9D8B030D-6E8A-4147-A177-3AD203B41FA5}">
                      <a16:colId xmlns:a16="http://schemas.microsoft.com/office/drawing/2014/main" val="1490490381"/>
                    </a:ext>
                  </a:extLst>
                </a:gridCol>
                <a:gridCol w="1643855">
                  <a:extLst>
                    <a:ext uri="{9D8B030D-6E8A-4147-A177-3AD203B41FA5}">
                      <a16:colId xmlns:a16="http://schemas.microsoft.com/office/drawing/2014/main" val="4113987132"/>
                    </a:ext>
                  </a:extLst>
                </a:gridCol>
                <a:gridCol w="2073142">
                  <a:extLst>
                    <a:ext uri="{9D8B030D-6E8A-4147-A177-3AD203B41FA5}">
                      <a16:colId xmlns:a16="http://schemas.microsoft.com/office/drawing/2014/main" val="378662854"/>
                    </a:ext>
                  </a:extLst>
                </a:gridCol>
              </a:tblGrid>
              <a:tr h="970494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Author(s)&amp;</a:t>
                      </a:r>
                    </a:p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799510"/>
                  </a:ext>
                </a:extLst>
              </a:tr>
              <a:tr h="151400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OWASP</a:t>
                      </a:r>
                    </a:p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</a:t>
                      </a:r>
                    </a:p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WASP TOP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Standarzied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classification of vulnerabilities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critical web security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147650"/>
                  </a:ext>
                </a:extLst>
              </a:tr>
              <a:tr h="93724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Halfond et al. (2006)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Injection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&amp; dynamic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XSS detection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287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62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4C0F-D294-5225-7461-E9A7AD4C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BUG2SAFE:WEB VULNERABILITY SCANNER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3E6E9-AAC1-49DE-898F-7BE87D87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security is tested using manual methods and automated vulnerability scanning tools. 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tools detect issues like SQL Injection and Cross-Site Scripting. 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tools are designed for professional or enterprise use. 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often require technical knowledge and complex configurations.</a:t>
            </a:r>
            <a:b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7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beginners to understand and use. 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commercial tools. 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skilled professionals to operate. 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produce false or confusing results. 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small-scale or academic use.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1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D063-9A4C-EB13-1193-C29A4DAF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BUG2SAFE:WEB VULNERABILITY SCANNER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A720C-D722-952F-B6F2-0A5B5D31A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75436"/>
            <a:ext cx="10515600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 is a web-based vulnerability scanner based on OWASP Top 10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target URL and performs automated security testing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vulnerabilities like SQL Injection and Cross-Site Scripting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HTTP request–response analysis for identifying security flaws 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results with risk levels (High, Medium, Low) </a:t>
            </a:r>
          </a:p>
          <a:p>
            <a:pPr marL="0" indent="0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Description</a:t>
            </a:r>
          </a:p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login and user access </a:t>
            </a:r>
          </a:p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Input Module: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Validates and accepts target URL </a:t>
            </a:r>
          </a:p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Module: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Injects payloads and performs testing </a:t>
            </a:r>
          </a:p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Module: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responses and detects vulnerabilities </a:t>
            </a:r>
          </a:p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Module: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structured scan results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36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E3C5-E869-3434-0ADE-FB0A336E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BUG2SAFE:WEB VULNERABILITY SCANNER 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3731-AA9A-EF91-95A8-82459CC15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2576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Client–Server model using Flask backend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handles user interaction (UI)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requests and performs scanning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 engine analyzes responses in real-time </a:t>
            </a:r>
          </a:p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of URL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HTTP requests with predefined payloads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server responses for abnormal patterns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SQL Injection and XSS vulnerabilities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results based on severity </a:t>
            </a:r>
          </a:p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→ System Design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using Flask, HTML, CSS, JavaScript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with different vulnerability cases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131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2734-5EAC-65B5-1718-BF7B071E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C5A68B-11D6-1365-19FA-98CD22814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6" y="1544933"/>
            <a:ext cx="3227037" cy="2390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8F5F89-2685-425D-E419-21BE830ED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308" y="1544933"/>
            <a:ext cx="3177894" cy="2390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DAA00-8D0A-4D41-39D6-0B92E7A4B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201" y="1544933"/>
            <a:ext cx="3859354" cy="23908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3C6F3C-3EE7-B956-63B7-0767362C0C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77"/>
          <a:stretch>
            <a:fillRect/>
          </a:stretch>
        </p:blipFill>
        <p:spPr>
          <a:xfrm>
            <a:off x="9508510" y="1544933"/>
            <a:ext cx="2683490" cy="239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53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0D01-A40C-D105-9882-53E5D6C5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794B5-D4EE-549D-D4C4-E2BDE143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Bug2Safe successfully provides a simple and efficient solution for detecting web application vulnerabilities.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common security issues such as SQL Injection and Cross-Site Scripting based on OWASP standards.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vulnerability scanning, making it accessible to beginners and students.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 offers automated scanning with clear and structured results.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lightweight design ensures better performance and ease of use.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Bug2Safe helps improve web application security in an effective and user-friendly manner.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71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B40A-096B-2BC5-B554-A59C8D3C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51AE-71EC-81E7-07CB-D28635908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support to detect more vulnerabilities beyond OWASP Top 10.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techniques such as machine learning for smarter detection.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 by improving analysis and validation mechanisms.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monitoring and continuous scanning features.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detailed remediation suggestions for each detected vulnerability.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API integration for automated security testing in development pipelines.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user interface with better visualization and reporting dashboards.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multi-user support with role-based access control.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84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6782-C52C-BB07-0339-95C0E0B9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BCD37-92DA-444C-55F4-B2EAA2347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Foundation, “OWASP Top 10: The Ten Most Critical Web Application Security Risks,” 2021.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G. J.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Halfond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Viegas, and A. Orso, “A Classification of SQL Injection Attacks and Countermeasures,” 2006.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Wassermann and Z. Su, “Static Detection of Cross-Site Scripting Vulnerabilities,” 2008.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Doupe, M. Cova, and G. Vigna, “Why Johnny Can’t Pentest: An Analysis of Black-Box Web Vulnerability Scanners,” 2010.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K. Shar and H. B. K. Tan, “Defending Against Cross-Site Scripting Attacks,” 2012.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Gupta and B. B. Gupta, “Web Security Testing Tools: A Comparative Study,” 2017.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Patel et al., “Automated Vulnerability Detection Using Machine Learning Techniques,” 2019.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556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3E52-E833-4087-FCA1-E13F89F4B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18EBA-E64C-9AD1-7D8E-690522435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0CDC4-FE4D-C320-BC05-DED25891C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69" y="1100249"/>
            <a:ext cx="9445451" cy="4157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F41AEB-1272-E04A-654E-86EA96FAC9D8}"/>
              </a:ext>
            </a:extLst>
          </p:cNvPr>
          <p:cNvSpPr txBox="1"/>
          <p:nvPr/>
        </p:nvSpPr>
        <p:spPr>
          <a:xfrm>
            <a:off x="3104942" y="5550969"/>
            <a:ext cx="6149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                     THANK  YOU</a:t>
            </a:r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val="252302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1022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 </vt:lpstr>
      <vt:lpstr>BUG2SAFE:WEB VULNERABILITY SCANNER </vt:lpstr>
      <vt:lpstr>BUG2SAFE:WEB VULNERABILITY SCANNER </vt:lpstr>
      <vt:lpstr>BUG2SAFE:WEB VULNERABILITY SCANNER </vt:lpstr>
      <vt:lpstr>BUG2SAFE:WEB VULNERABILITY SCANNER </vt:lpstr>
      <vt:lpstr>BUG2SAFE:WEB VULNERABILITY SCANNER </vt:lpstr>
      <vt:lpstr>BUG2SAFE:WEB VULNERABILITY SCANNER </vt:lpstr>
      <vt:lpstr>Result &amp; Analysis</vt:lpstr>
      <vt:lpstr>Conclusion</vt:lpstr>
      <vt:lpstr>Future Enhancement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Emani Sri Thanmai</dc:creator>
  <cp:lastModifiedBy>Emani Sri Thanmai</cp:lastModifiedBy>
  <cp:revision>3</cp:revision>
  <dcterms:created xsi:type="dcterms:W3CDTF">2026-04-24T16:09:40Z</dcterms:created>
  <dcterms:modified xsi:type="dcterms:W3CDTF">2026-04-26T05:10:30Z</dcterms:modified>
</cp:coreProperties>
</file>